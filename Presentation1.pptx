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19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14410-7D05-36BC-0636-BE88BA7E2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B0ECD-2FCF-28AA-E4CD-6B5CDA9F6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586E4-7882-3685-D68B-593CBD4E4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266E-86B9-4270-B009-15F2676259C8}" type="datetimeFigureOut">
              <a:rPr lang="nb-NO" smtClean="0"/>
              <a:t>05.06.2024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3B80E-3908-F2FA-8E7B-29F7DBA82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9B1C5-21FB-498E-CCB3-C1A920475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DDCD-8D60-472B-BDF0-599A9D2A28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87214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89FDB-0F83-6893-9924-503BC9CCD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106F7-66DA-A72D-3A5A-C9B460BD5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251BE-2E94-2DBF-E04B-75747054C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266E-86B9-4270-B009-15F2676259C8}" type="datetimeFigureOut">
              <a:rPr lang="nb-NO" smtClean="0"/>
              <a:t>05.06.2024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E1264-C0AA-A547-CD54-9E73792A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8DE8B-2A57-44CB-1CC8-4FC828391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DDCD-8D60-472B-BDF0-599A9D2A28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6787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FAB0B-14DF-3CC4-9A0A-E7A6BEF22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E97CD-EF5A-FF48-52F9-D011F2B10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129B7-5DB9-7211-2D8B-2AA41D8C6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266E-86B9-4270-B009-15F2676259C8}" type="datetimeFigureOut">
              <a:rPr lang="nb-NO" smtClean="0"/>
              <a:t>05.06.2024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BA367-26C1-B085-6EE9-C45BA7C6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14182-1BCE-E9D2-F11D-B2CD155E4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DDCD-8D60-472B-BDF0-599A9D2A28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9019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8259F-B3DE-6699-98B6-975B7CF70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D4C89-10A1-D0AB-27EC-0281F5B8B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CE8F6-0632-1175-53D8-CDED36E40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99166-2CC0-8325-A995-231EF3A41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266E-86B9-4270-B009-15F2676259C8}" type="datetimeFigureOut">
              <a:rPr lang="nb-NO" smtClean="0"/>
              <a:t>05.06.2024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A3F40-DBC5-7B82-1EE1-86F455C8A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79953-172B-4942-B5E3-7DD67BA14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DDCD-8D60-472B-BDF0-599A9D2A28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02309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9DBA9-D304-309F-AE15-E65FDD306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BE1DD-24F6-DCDE-BA0C-72854867D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2727F-BBB1-1885-8B88-D169A65D0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83F9C-FD04-8ED1-452F-BBA0BEC56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171840-068F-9860-2DB1-65FF036FD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47765-8A8C-FF8F-433B-54936920A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266E-86B9-4270-B009-15F2676259C8}" type="datetimeFigureOut">
              <a:rPr lang="nb-NO" smtClean="0"/>
              <a:t>05.06.2024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91499C-4ED4-4736-BA2B-D977C7BBF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F13189-4C20-6A1D-A1BC-65324E645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DDCD-8D60-472B-BDF0-599A9D2A28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91244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5116C-8DC0-B9B6-C213-DC0C5FE11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CDAB44-2617-1584-4B86-9C5F60E1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266E-86B9-4270-B009-15F2676259C8}" type="datetimeFigureOut">
              <a:rPr lang="nb-NO" smtClean="0"/>
              <a:t>05.06.2024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30ABE-B144-5968-5AEE-093AB9E5B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71479A-E9E5-454A-4F09-2897A7DC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DDCD-8D60-472B-BDF0-599A9D2A28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59055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91566-4CD1-ACAA-5442-F3CE9DFB3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266E-86B9-4270-B009-15F2676259C8}" type="datetimeFigureOut">
              <a:rPr lang="nb-NO" smtClean="0"/>
              <a:t>05.06.2024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6692E8-8F1A-D504-B614-F9780ED90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2A4C7-E07E-1712-AAF8-6801E75B0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DDCD-8D60-472B-BDF0-599A9D2A28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83179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DA16-5C81-7CA5-69FD-DBC6C7C98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A98B1-040A-91ED-2C71-9FD5AFBD3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07236-CD1E-BE5B-DDD5-99C97EB64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A4704-FF9B-6E64-3549-FBFBA42A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266E-86B9-4270-B009-15F2676259C8}" type="datetimeFigureOut">
              <a:rPr lang="nb-NO" smtClean="0"/>
              <a:t>05.06.2024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D78D6-DDE0-3048-05E4-4A54FAB50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414AE-449F-9764-551D-2611CE01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DDCD-8D60-472B-BDF0-599A9D2A28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0355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A3577-7CAC-DFB3-118C-228986563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3DFFBC-6628-5159-490B-B8C4F9B8A7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FED2D-F6CA-0A1C-54C2-A9DFFD743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61F8B-E8CB-2C8D-8E93-BB3958094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266E-86B9-4270-B009-15F2676259C8}" type="datetimeFigureOut">
              <a:rPr lang="nb-NO" smtClean="0"/>
              <a:t>05.06.2024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4155B-57F2-F3FA-7AC8-7F509E863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29512-B339-BEA7-6CB1-C7F854B9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DDCD-8D60-472B-BDF0-599A9D2A28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88534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87991-4E1C-8F87-369C-1E3CD46EF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DC51D-61D6-0D94-07FA-95FAE0E03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2E200-EBED-55EC-3E1C-427099C6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266E-86B9-4270-B009-15F2676259C8}" type="datetimeFigureOut">
              <a:rPr lang="nb-NO" smtClean="0"/>
              <a:t>05.06.2024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0D745-824D-B370-A0C5-0FA63B552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B3F28-9B16-9C49-15FE-364747157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DDCD-8D60-472B-BDF0-599A9D2A28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78596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D739D8-13CA-4165-BFA9-2064F04BC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BD8008-F1F2-773D-2554-DC2C2FC78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6105D-2E40-F319-AD20-ECEDBBAF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6266E-86B9-4270-B009-15F2676259C8}" type="datetimeFigureOut">
              <a:rPr lang="nb-NO" smtClean="0"/>
              <a:t>05.06.2024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B3B0C-677F-7762-2F60-749282BE7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3BDE5-6E5A-8548-2814-E39A458B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DDCD-8D60-472B-BDF0-599A9D2A28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0027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88DB71-3871-226B-8C1C-FF9F7E4C6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32766-FCBD-DC93-0931-1D56CB8DE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66147-64A6-94D6-A59C-A8E9D6197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C6266E-86B9-4270-B009-15F2676259C8}" type="datetimeFigureOut">
              <a:rPr lang="nb-NO" smtClean="0"/>
              <a:t>05.06.2024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30FC3-0405-E36C-B489-26310EB62C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130C9-808B-6C6B-1A85-23B900A35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BDDDCD-8D60-472B-BDF0-599A9D2A28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9270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01798B-A965-2596-E40B-EB6E15649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76" y="761628"/>
            <a:ext cx="10545647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23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41D9F9-B81D-8B2C-0E62-F8CAA44FE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73448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956567-FCA8-278F-9DA0-AB0FD10E6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448" y="87093"/>
            <a:ext cx="4918552" cy="248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88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666C9E-6F02-06BA-3FE2-1CB2C7D90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56" y="0"/>
            <a:ext cx="466511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2D6D0C-FC55-C27A-E711-D743D2233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935" y="359966"/>
            <a:ext cx="5753903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35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1D3CB2-A1D3-1428-A23E-A53D469BF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75" y="0"/>
            <a:ext cx="10039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446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47F581-C12C-DFCB-52DE-D6F956B76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945" y="0"/>
            <a:ext cx="95761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803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761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Bunji Izumi</dc:creator>
  <cp:lastModifiedBy>Bunji Izumi</cp:lastModifiedBy>
  <cp:revision>1</cp:revision>
  <dcterms:created xsi:type="dcterms:W3CDTF">2024-06-05T10:04:58Z</dcterms:created>
  <dcterms:modified xsi:type="dcterms:W3CDTF">2024-06-05T14:56:00Z</dcterms:modified>
</cp:coreProperties>
</file>